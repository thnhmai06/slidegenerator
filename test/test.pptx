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42759-635A-DDD6-5A62-83901C626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6BA653-7024-94E0-D7C0-EA4962E4B2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DAD67-C174-0BC9-A381-2C83971A1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C5040-097B-4C5A-8640-1C89938B6D57}" type="datetimeFigureOut">
              <a:rPr lang="vi-VN" smtClean="0"/>
              <a:t>10/02/2025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F3E1E-4B62-787B-E995-1D43AEF69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8B072-637F-4AA1-BE05-073941C56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3C67C-5DC0-478B-8E3A-0250AE335C9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5478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14D37-FCE1-35ED-38E2-5CB1FF961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FEE02-A67B-F703-68A3-24C0FA04D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F7DB9-02CC-1D2C-FDA7-E21E72614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C5040-097B-4C5A-8640-1C89938B6D57}" type="datetimeFigureOut">
              <a:rPr lang="vi-VN" smtClean="0"/>
              <a:t>10/02/2025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2E4F3-44EF-CCA1-B3BC-33DDE44A8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831FB-79CB-417A-3E0A-FB68C0009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3C67C-5DC0-478B-8E3A-0250AE335C9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28902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DBF43-7D6B-67C7-8240-2E73CE5FB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89942-4907-D9D3-3B63-0CE190477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4F656-8C40-64EF-CA2E-80B787FF0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C5040-097B-4C5A-8640-1C89938B6D57}" type="datetimeFigureOut">
              <a:rPr lang="vi-VN" smtClean="0"/>
              <a:t>10/02/2025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A6787-CC60-5AA1-2003-C198CC4FC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BD9EF-283E-1970-4820-C7EFCDBBC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3C67C-5DC0-478B-8E3A-0250AE335C9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86248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250EE-AF45-E90C-44F1-2A2590A70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E8C9D-357C-35E0-2A5B-39966BDFCB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407307-E9BC-4F0C-A7D5-D542D788A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668C78-467F-A082-7D0F-9C7F31D6A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C5040-097B-4C5A-8640-1C89938B6D57}" type="datetimeFigureOut">
              <a:rPr lang="vi-VN" smtClean="0"/>
              <a:t>10/02/2025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AB239E-FD4C-766D-A06E-654F4581A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23B581-1F99-2EB8-6458-2B5310E33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3C67C-5DC0-478B-8E3A-0250AE335C9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44946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D56E8-223A-7685-5D1B-A335452A2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A00532-2FAA-4717-0CDD-951335095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C0E215-86E0-FB18-DE34-B81510E04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D51C12-876C-F1A3-F5C3-4219EFC80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EF4CF4-1DBB-28B3-47AA-46907058A0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6DD9E1-4CBA-65E5-A8AA-E74FB9164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C5040-097B-4C5A-8640-1C89938B6D57}" type="datetimeFigureOut">
              <a:rPr lang="vi-VN" smtClean="0"/>
              <a:t>10/02/2025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4EBFE1-CC42-74A9-4796-BED1E00FD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B78F58-F372-8C73-8CDA-0284D6C27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3C67C-5DC0-478B-8E3A-0250AE335C9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24040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E3B3C-92B5-EFF5-06E9-D369505B9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582447-A06F-AC6B-1CA5-E274E10E2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C5040-097B-4C5A-8640-1C89938B6D57}" type="datetimeFigureOut">
              <a:rPr lang="vi-VN" smtClean="0"/>
              <a:t>10/02/2025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2C0B5D-F2E1-330D-1C4C-251D7F77C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8020F2-8900-181B-C573-5AB4C7B93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3C67C-5DC0-478B-8E3A-0250AE335C9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59056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9E47B8-8EB9-7261-1372-61CD41182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C5040-097B-4C5A-8640-1C89938B6D57}" type="datetimeFigureOut">
              <a:rPr lang="vi-VN" smtClean="0"/>
              <a:t>10/02/2025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E8E34F-298C-6B57-6BA7-79FC1F2EA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56A54-2EBB-8C48-B871-5AED28780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3C67C-5DC0-478B-8E3A-0250AE335C9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0768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AB84F-FC2F-2D05-0FB6-AED51D918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6F1C3-A2A8-BF31-E06C-AE946C5F0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FE5067-F25F-614F-11F1-5AC71434A0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A5D773-144E-3E64-30FF-BBEB5DCB6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C5040-097B-4C5A-8640-1C89938B6D57}" type="datetimeFigureOut">
              <a:rPr lang="vi-VN" smtClean="0"/>
              <a:t>10/02/2025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E26389-AF8F-2192-F922-DB830E618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C016B2-3700-FBB6-EA2C-44A3A37E0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3C67C-5DC0-478B-8E3A-0250AE335C9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76180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62681-647F-4C87-4160-249509A28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DE9A3C-6C66-471E-9C03-507AB74664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136FFF-3553-D51B-B4FB-36187D2892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39D716-AED7-AA19-0124-C51880497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C5040-097B-4C5A-8640-1C89938B6D57}" type="datetimeFigureOut">
              <a:rPr lang="vi-VN" smtClean="0"/>
              <a:t>10/02/2025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2C841-C6B6-6B5A-70BF-E1758B766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25742D-3E1C-FA7A-B304-E30DA1B43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3C67C-5DC0-478B-8E3A-0250AE335C9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89734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57D2-AC57-459D-3B43-7C9FB6C8A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CD6B73-0283-6496-C192-896CF4238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54374-EC29-70A6-5693-DA907D201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C5040-097B-4C5A-8640-1C89938B6D57}" type="datetimeFigureOut">
              <a:rPr lang="vi-VN" smtClean="0"/>
              <a:t>10/02/2025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1436C-8807-B8F3-69A7-36B06F91D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7E9AD-DCA1-9A42-2E57-46EE6C270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3C67C-5DC0-478B-8E3A-0250AE335C9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72680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848F34-9FBC-9C48-3E19-12EE54A66A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4BA370-35A3-CC01-4ADC-1BD5DED0F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B7DC-6314-C4DC-9669-752A88C30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C5040-097B-4C5A-8640-1C89938B6D57}" type="datetimeFigureOut">
              <a:rPr lang="vi-VN" smtClean="0"/>
              <a:t>10/02/2025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9C38C-DDAF-FCB9-BB94-5963AC2E3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6C98F-B504-9CC1-4A3E-210A655AB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3C67C-5DC0-478B-8E3A-0250AE335C9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71418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1CCEF3-FB30-D6F7-7A17-5984ECF21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0E7A4-BCE1-1E76-0266-D98876939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2CD18-90BE-3988-9413-11C935114E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5C5040-097B-4C5A-8640-1C89938B6D57}" type="datetimeFigureOut">
              <a:rPr lang="vi-VN" smtClean="0"/>
              <a:t>10/02/2025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69CF4-92A2-984E-AB86-E443DBA12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42F70-EE55-ED83-FF30-33DECBD36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23C67C-5DC0-478B-8E3A-0250AE335C9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8514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7A908B-A4C3-610F-277A-2435F44FE5FD}"/>
              </a:ext>
            </a:extLst>
          </p:cNvPr>
          <p:cNvSpPr/>
          <p:nvPr/>
        </p:nvSpPr>
        <p:spPr>
          <a:xfrm>
            <a:off x="776748" y="344129"/>
            <a:ext cx="3805084" cy="5732206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6DFFE8-5EBD-342C-433C-71DBF8227685}"/>
              </a:ext>
            </a:extLst>
          </p:cNvPr>
          <p:cNvSpPr txBox="1"/>
          <p:nvPr/>
        </p:nvSpPr>
        <p:spPr>
          <a:xfrm>
            <a:off x="6096000" y="1847088"/>
            <a:ext cx="50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Họ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: </a:t>
            </a:r>
            <a:r>
              <a:rPr lang="en-US" b="1" i="1" dirty="0"/>
              <a:t>{{</a:t>
            </a:r>
            <a:r>
              <a:rPr lang="en-US" b="1" i="1" dirty="0" err="1"/>
              <a:t>Họ</a:t>
            </a:r>
            <a:r>
              <a:rPr lang="en-US" b="1" i="1" dirty="0"/>
              <a:t> </a:t>
            </a:r>
            <a:r>
              <a:rPr lang="en-US" b="1" i="1" dirty="0" err="1"/>
              <a:t>tên</a:t>
            </a:r>
            <a:r>
              <a:rPr lang="en-US" b="1" i="1" dirty="0"/>
              <a:t>}}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1E285E-C8F3-E87B-C96A-D56C25EFD3EE}"/>
              </a:ext>
            </a:extLst>
          </p:cNvPr>
          <p:cNvSpPr txBox="1"/>
          <p:nvPr/>
        </p:nvSpPr>
        <p:spPr>
          <a:xfrm>
            <a:off x="5782056" y="3867912"/>
            <a:ext cx="5660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chú</a:t>
            </a:r>
            <a:r>
              <a:rPr lang="en-US" dirty="0"/>
              <a:t>: {{Note}}</a:t>
            </a:r>
          </a:p>
          <a:p>
            <a:endParaRPr lang="vi-V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313438-E039-66DC-CA4A-F9D496566247}"/>
              </a:ext>
            </a:extLst>
          </p:cNvPr>
          <p:cNvSpPr txBox="1"/>
          <p:nvPr/>
        </p:nvSpPr>
        <p:spPr>
          <a:xfrm>
            <a:off x="5782056" y="5242405"/>
            <a:ext cx="451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Link </a:t>
            </a:r>
            <a:r>
              <a:rPr lang="en-US" dirty="0" err="1"/>
              <a:t>ảnh</a:t>
            </a:r>
            <a:r>
              <a:rPr lang="en-US"/>
              <a:t>: {{Link}}</a:t>
            </a:r>
            <a:endParaRPr lang="vi-V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F85064-20E4-9E36-0500-4E8343680816}"/>
              </a:ext>
            </a:extLst>
          </p:cNvPr>
          <p:cNvSpPr txBox="1"/>
          <p:nvPr/>
        </p:nvSpPr>
        <p:spPr>
          <a:xfrm>
            <a:off x="6355080" y="539496"/>
            <a:ext cx="477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</a:rPr>
              <a:t>Test</a:t>
            </a:r>
            <a:endParaRPr lang="vi-VN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2B35EB-0FE1-F4AD-46C4-5F120025D61D}"/>
              </a:ext>
            </a:extLst>
          </p:cNvPr>
          <p:cNvSpPr txBox="1"/>
          <p:nvPr/>
        </p:nvSpPr>
        <p:spPr>
          <a:xfrm>
            <a:off x="6181344" y="2651760"/>
            <a:ext cx="469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Aharoni" panose="02010803020104030203" pitchFamily="2" charset="-79"/>
                <a:cs typeface="Aharoni" panose="02010803020104030203" pitchFamily="2" charset="-79"/>
              </a:rPr>
              <a:t>MSV:</a:t>
            </a:r>
            <a:r>
              <a:rPr lang="en-US"/>
              <a:t> {{MSV}}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33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25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Aharoni</vt:lpstr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 Hải Thành</dc:creator>
  <cp:lastModifiedBy>Mai Hải Thành</cp:lastModifiedBy>
  <cp:revision>8</cp:revision>
  <dcterms:created xsi:type="dcterms:W3CDTF">2025-02-09T14:35:54Z</dcterms:created>
  <dcterms:modified xsi:type="dcterms:W3CDTF">2025-02-10T07:22:54Z</dcterms:modified>
  <cp:contentStatus/>
</cp:coreProperties>
</file>