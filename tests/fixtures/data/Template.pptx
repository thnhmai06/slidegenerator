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34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3AD4F8-FD16-45FB-91E8-45FD4BE0619F}" type="datetimeFigureOut">
              <a:rPr lang="vi-VN" smtClean="0"/>
              <a:t>28/06/2026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6A9628-0DE5-4468-B126-03B838CD4EE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55107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6A9628-0DE5-4468-B126-03B838CD4EEF}" type="slidenum">
              <a:rPr lang="vi-VN" smtClean="0"/>
              <a:t>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439528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AFD0F-16FD-CE41-A27B-05E55B64E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F311DF-239E-9104-A82C-97C24674CB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ED3539-B998-1571-74AB-14793A40C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0054E8-BFD4-9A0C-4AB3-B19D465007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6A9628-0DE5-4468-B126-03B838CD4EEF}" type="slidenum">
              <a:rPr lang="vi-VN" smtClean="0"/>
              <a:t>2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51502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0E827-BD58-9791-39E3-0AB634E3F2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A6A371-9E5B-7CC2-2855-9501CC818A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9682E7-C890-17EA-5529-27E52A563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BA768-32D7-4A12-9162-7070376159AC}" type="datetimeFigureOut">
              <a:rPr lang="vi-VN" smtClean="0"/>
              <a:t>28/06/2026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C98912-775E-963F-00EB-7720D5514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C59853-BF39-E01F-8CBF-276D17FD6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04474-F9EF-41BF-B0E4-57D41E52F10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03034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FF457-E967-CF4A-C39A-E63144016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7BFC9-BC87-7219-1E4C-18A92A936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369787-F1B2-DCDA-732C-BF9A14771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BA768-32D7-4A12-9162-7070376159AC}" type="datetimeFigureOut">
              <a:rPr lang="vi-VN" smtClean="0"/>
              <a:t>28/06/2026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19F4BD-BAB8-BABA-DEF8-8819DFF29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71D6C-BCCB-60F2-D256-3C2586CB2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04474-F9EF-41BF-B0E4-57D41E52F10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73109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DACF7-CEA1-3DBB-9951-35BCE1D76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0704C1-92A5-B269-9B91-1E30C2146E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DFD4B8-A2C4-AA60-FABA-17936CF10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BA768-32D7-4A12-9162-7070376159AC}" type="datetimeFigureOut">
              <a:rPr lang="vi-VN" smtClean="0"/>
              <a:t>28/06/2026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0C1A4E-5803-1F33-625E-D6FB62A7B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14AB47-3583-8C69-4047-76BAECCF8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04474-F9EF-41BF-B0E4-57D41E52F10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24408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F83D0-D9B7-A84B-3D42-FDE7D0CE4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48C3FF-53F0-96B8-7840-94C1D9DD33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58A0FB-3A0D-2A3A-EFBB-ACC964B0F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378A94-FBDE-2DAA-F460-9CE0EFDCD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BA768-32D7-4A12-9162-7070376159AC}" type="datetimeFigureOut">
              <a:rPr lang="vi-VN" smtClean="0"/>
              <a:t>28/06/2026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6E3C-7F68-1BB5-DEE4-D601B0B99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8A04BB-02D1-2620-2322-999B20903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04474-F9EF-41BF-B0E4-57D41E52F10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7474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31A4C-E647-A01F-271A-A20EE6D3C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1323AF-5C46-4868-2673-B710B6DDFF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89A6B9-C57A-8707-F2A7-6C3D9D3AFB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C93317-7DF6-A8BA-F2F0-ED52AA9597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8654DC-E581-CE23-A76D-F087694DEE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C6AB45-DE1C-317B-1F2C-4DA305864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BA768-32D7-4A12-9162-7070376159AC}" type="datetimeFigureOut">
              <a:rPr lang="vi-VN" smtClean="0"/>
              <a:t>28/06/2026</a:t>
            </a:fld>
            <a:endParaRPr lang="vi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05B16A-DB1C-D27B-4EBC-DE1A14E5E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280A51-4FB1-5BAB-71B3-80304E4DE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04474-F9EF-41BF-B0E4-57D41E52F10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4404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44E92-8F13-CF27-5697-E805825FE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EC8846-CCAE-AF5F-F5D0-58E16EC61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BA768-32D7-4A12-9162-7070376159AC}" type="datetimeFigureOut">
              <a:rPr lang="vi-VN" smtClean="0"/>
              <a:t>28/06/2026</a:t>
            </a:fld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4A3703-0E0E-4897-123B-8BCA7D993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702E34-DDDE-1D91-FC3E-1FE0D0B2A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04474-F9EF-41BF-B0E4-57D41E52F10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70994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21CB6D-9995-73B1-5A95-3638A7594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BA768-32D7-4A12-9162-7070376159AC}" type="datetimeFigureOut">
              <a:rPr lang="vi-VN" smtClean="0"/>
              <a:t>28/06/2026</a:t>
            </a:fld>
            <a:endParaRPr lang="vi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1375E4-8A6E-91B9-EC38-48E7B89E8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5AD9FB-E33E-0621-D694-E858726D4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04474-F9EF-41BF-B0E4-57D41E52F10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06481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73880-78F3-93D6-427C-634D3B6CA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E3BBD-355E-E42A-215F-B2A1C3A67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3DA2E1-3647-1B1C-ACA0-865FCFFD50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5438B0-C751-CB8A-D388-D4CBBF681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BA768-32D7-4A12-9162-7070376159AC}" type="datetimeFigureOut">
              <a:rPr lang="vi-VN" smtClean="0"/>
              <a:t>28/06/2026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B8F96E-FB32-749B-A7B5-E2F1E7F37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570F79-2FE6-4784-C6A5-5E48A7A3E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04474-F9EF-41BF-B0E4-57D41E52F10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23463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622C3-A007-B094-2BB0-96CA333F1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4BBC0D-69D0-424B-8BBE-FADE2BE4E7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D78FE4-F5DD-6604-DECE-B90DD68AE9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BA59A8-6288-CBCB-125C-F4EC53637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BA768-32D7-4A12-9162-7070376159AC}" type="datetimeFigureOut">
              <a:rPr lang="vi-VN" smtClean="0"/>
              <a:t>28/06/2026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080D22-C453-D330-4F0B-C782515AB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8815DB-082B-3D3B-FA43-63697E3D5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04474-F9EF-41BF-B0E4-57D41E52F10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41880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1BA8F-CF1B-3314-78FB-228D83E31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7B86BB-383C-E9B9-7AC9-B6509E1BEC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7452B-CD50-3A25-581E-2EFF31EA4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BA768-32D7-4A12-9162-7070376159AC}" type="datetimeFigureOut">
              <a:rPr lang="vi-VN" smtClean="0"/>
              <a:t>28/06/2026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A250A7-CAF2-56F2-0A0C-D52A1BA2C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BFF13E-2083-6688-1120-7271BB230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04474-F9EF-41BF-B0E4-57D41E52F10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42168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52731B-81A3-461E-42E9-4E5572972B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F8D3CD-67B0-1D27-0EF4-2D1C9CC5CF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5AF7F8-1A47-F773-4FF6-20533FD0D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BA768-32D7-4A12-9162-7070376159AC}" type="datetimeFigureOut">
              <a:rPr lang="vi-VN" smtClean="0"/>
              <a:t>28/06/2026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75ED03-ACDE-A3EE-46B2-8B08D5F1F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67846A-DE8F-ADD0-5350-9FC22D479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04474-F9EF-41BF-B0E4-57D41E52F10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53303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E069E4-2275-29DA-13BD-2EF93618E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0E51C7-ACCA-D921-2AAD-7EFE6E10D6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A0420-8000-F044-C0EE-9AAA3AE227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8BA768-32D7-4A12-9162-7070376159AC}" type="datetimeFigureOut">
              <a:rPr lang="vi-VN" smtClean="0"/>
              <a:t>28/06/2026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90A6AC-C103-9DB7-B0A0-03A3B86D21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EE707F-6D47-7A2A-0877-4230409F7D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704474-F9EF-41BF-B0E4-57D41E52F10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83356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2D1B994-0767-3D50-B354-58E2B51882A2}"/>
              </a:ext>
            </a:extLst>
          </p:cNvPr>
          <p:cNvSpPr txBox="1"/>
          <p:nvPr/>
        </p:nvSpPr>
        <p:spPr>
          <a:xfrm>
            <a:off x="3943349" y="165924"/>
            <a:ext cx="4762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SlideGenerator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Test | Template 1</a:t>
            </a:r>
            <a:endParaRPr lang="vi-VN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301471C-4E75-3813-DC97-34FC569B887B}"/>
              </a:ext>
            </a:extLst>
          </p:cNvPr>
          <p:cNvGrpSpPr/>
          <p:nvPr/>
        </p:nvGrpSpPr>
        <p:grpSpPr>
          <a:xfrm>
            <a:off x="419101" y="896711"/>
            <a:ext cx="3524248" cy="5432550"/>
            <a:chOff x="419101" y="896711"/>
            <a:chExt cx="3724274" cy="54325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B3EA0CE-70CA-2CD8-86C0-887DE752460C}"/>
                </a:ext>
              </a:extLst>
            </p:cNvPr>
            <p:cNvSpPr/>
            <p:nvPr/>
          </p:nvSpPr>
          <p:spPr>
            <a:xfrm>
              <a:off x="419101" y="896711"/>
              <a:ext cx="3724274" cy="4752974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33EC79F-2309-4E91-1DBC-837DD0C72C13}"/>
                </a:ext>
              </a:extLst>
            </p:cNvPr>
            <p:cNvSpPr txBox="1"/>
            <p:nvPr/>
          </p:nvSpPr>
          <p:spPr>
            <a:xfrm>
              <a:off x="981074" y="5959929"/>
              <a:ext cx="26003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Filled Shape</a:t>
              </a:r>
              <a:endParaRPr lang="vi-VN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E20E9FD-7943-9B8E-7FC1-E7C807172F9D}"/>
              </a:ext>
            </a:extLst>
          </p:cNvPr>
          <p:cNvGrpSpPr/>
          <p:nvPr/>
        </p:nvGrpSpPr>
        <p:grpSpPr>
          <a:xfrm>
            <a:off x="4514850" y="900012"/>
            <a:ext cx="3524248" cy="5430610"/>
            <a:chOff x="8124827" y="895350"/>
            <a:chExt cx="3724274" cy="543061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4D616D8-3D19-B258-ED3C-9600FB09CFE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24827" y="895350"/>
              <a:ext cx="3724274" cy="4754335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67BA7AD-0332-A793-604A-7671BD46CE10}"/>
                </a:ext>
              </a:extLst>
            </p:cNvPr>
            <p:cNvSpPr txBox="1"/>
            <p:nvPr/>
          </p:nvSpPr>
          <p:spPr>
            <a:xfrm>
              <a:off x="8686801" y="5956628"/>
              <a:ext cx="26003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Picture</a:t>
              </a:r>
              <a:endParaRPr lang="vi-VN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EB7F938-89FB-EC51-5143-4C38DF079488}"/>
              </a:ext>
            </a:extLst>
          </p:cNvPr>
          <p:cNvGrpSpPr/>
          <p:nvPr/>
        </p:nvGrpSpPr>
        <p:grpSpPr>
          <a:xfrm>
            <a:off x="8382000" y="535256"/>
            <a:ext cx="3810000" cy="1538883"/>
            <a:chOff x="8382000" y="896711"/>
            <a:chExt cx="3810000" cy="1538883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A672706-9693-F74E-4FF6-68AE43D31E66}"/>
                </a:ext>
              </a:extLst>
            </p:cNvPr>
            <p:cNvSpPr txBox="1"/>
            <p:nvPr/>
          </p:nvSpPr>
          <p:spPr>
            <a:xfrm>
              <a:off x="8810625" y="896711"/>
              <a:ext cx="29622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Test Info</a:t>
              </a:r>
              <a:endParaRPr lang="vi-VN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DDED079-AA39-9E67-E1AF-1DF8C0D7B67F}"/>
                </a:ext>
              </a:extLst>
            </p:cNvPr>
            <p:cNvSpPr txBox="1"/>
            <p:nvPr/>
          </p:nvSpPr>
          <p:spPr>
            <a:xfrm>
              <a:off x="8382000" y="1266043"/>
              <a:ext cx="3810000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Tx/>
                <a:buChar char="-"/>
              </a:pPr>
              <a:r>
                <a:rPr lang="en-US" sz="1400" dirty="0"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Provider: {{{Provider}}}</a:t>
              </a:r>
            </a:p>
            <a:p>
              <a:pPr marL="285750" indent="-285750">
                <a:buFontTx/>
                <a:buChar char="-"/>
              </a:pPr>
              <a:r>
                <a:rPr lang="en-US" sz="1400" dirty="0"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Type: {{{Type}}}</a:t>
              </a:r>
            </a:p>
            <a:p>
              <a:pPr marL="285750" indent="-285750">
                <a:buFontTx/>
                <a:buChar char="-"/>
              </a:pPr>
              <a:r>
                <a:rPr lang="en-US" sz="1400" dirty="0" err="1"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ShouldDownload</a:t>
              </a:r>
              <a:r>
                <a:rPr lang="en-US" sz="1400" dirty="0"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: {{{</a:t>
              </a:r>
              <a:r>
                <a:rPr lang="en-US" sz="1400" dirty="0" err="1"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ShouldDownload</a:t>
              </a:r>
              <a:r>
                <a:rPr lang="en-US" sz="1400" dirty="0"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}}}</a:t>
              </a:r>
            </a:p>
            <a:p>
              <a:pPr marL="285750" indent="-285750">
                <a:buFontTx/>
                <a:buChar char="-"/>
              </a:pPr>
              <a:r>
                <a:rPr lang="en-US" sz="1400" dirty="0"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URL: {{{</a:t>
              </a:r>
              <a:r>
                <a:rPr lang="en-US" sz="1400" dirty="0" err="1"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Url</a:t>
              </a:r>
              <a:r>
                <a:rPr lang="en-US" sz="1400" dirty="0"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}}}</a:t>
              </a:r>
              <a:endParaRPr lang="vi-VN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</p:grp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A7EDE70-C31D-5A04-B39F-331FA91DFCF5}"/>
              </a:ext>
            </a:extLst>
          </p:cNvPr>
          <p:cNvCxnSpPr/>
          <p:nvPr/>
        </p:nvCxnSpPr>
        <p:spPr>
          <a:xfrm>
            <a:off x="8267700" y="3273198"/>
            <a:ext cx="370522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10866360-7C45-41EC-AB17-C0ACE0B1C8EB}"/>
              </a:ext>
            </a:extLst>
          </p:cNvPr>
          <p:cNvGrpSpPr/>
          <p:nvPr/>
        </p:nvGrpSpPr>
        <p:grpSpPr>
          <a:xfrm>
            <a:off x="8305799" y="3429000"/>
            <a:ext cx="3810000" cy="2900261"/>
            <a:chOff x="8305799" y="3429000"/>
            <a:chExt cx="3810000" cy="2900261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556BB80-6BAB-627F-516C-3B2367E2BF5A}"/>
                </a:ext>
              </a:extLst>
            </p:cNvPr>
            <p:cNvSpPr txBox="1"/>
            <p:nvPr/>
          </p:nvSpPr>
          <p:spPr>
            <a:xfrm>
              <a:off x="8980467" y="5959929"/>
              <a:ext cx="24606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Text</a:t>
              </a:r>
              <a:endParaRPr lang="vi-VN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FDCBA45-4D57-A1C7-8717-4770939992F6}"/>
                </a:ext>
              </a:extLst>
            </p:cNvPr>
            <p:cNvSpPr txBox="1"/>
            <p:nvPr/>
          </p:nvSpPr>
          <p:spPr>
            <a:xfrm>
              <a:off x="8305799" y="3429000"/>
              <a:ext cx="3810000" cy="13080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Source: </a:t>
              </a:r>
              <a:r>
                <a:rPr lang="en-US" sz="1400" b="1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{{Provider}} </a:t>
              </a: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–</a:t>
              </a:r>
              <a:r>
                <a:rPr lang="en-US" sz="1400" dirty="0"/>
                <a:t> </a:t>
              </a:r>
              <a:r>
                <a:rPr lang="en-US" sz="1600" i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{{Type}}</a:t>
              </a:r>
            </a:p>
            <a:p>
              <a:r>
                <a:rPr lang="vi-VN" sz="1100" dirty="0">
                  <a:cs typeface="Times New Roman" panose="02020603050405020304" pitchFamily="18" charset="0"/>
                </a:rPr>
                <a:t>{{</a:t>
              </a:r>
              <a:r>
                <a:rPr lang="vi-VN" sz="1100" dirty="0" err="1">
                  <a:cs typeface="Times New Roman" panose="02020603050405020304" pitchFamily="18" charset="0"/>
                </a:rPr>
                <a:t>Pro</a:t>
              </a:r>
              <a:r>
                <a:rPr lang="vi-VN" b="1" dirty="0" err="1">
                  <a:solidFill>
                    <a:schemeClr val="accent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vider</a:t>
              </a:r>
              <a:r>
                <a:rPr lang="vi-VN" b="1" dirty="0">
                  <a:solidFill>
                    <a:schemeClr val="accent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}}</a:t>
              </a:r>
            </a:p>
            <a:p>
              <a:r>
                <a:rPr lang="vi-VN" sz="1100" dirty="0">
                  <a:ea typeface="Calibri" panose="020F0502020204030204" pitchFamily="34" charset="0"/>
                  <a:cs typeface="Calibri" panose="020F0502020204030204" pitchFamily="34" charset="0"/>
                </a:rPr>
                <a:t>{{#DataJson.ShouldDownload}}URL: </a:t>
              </a:r>
              <a:r>
                <a:rPr lang="vi-VN" sz="1100" u="sng" dirty="0">
                  <a:solidFill>
                    <a:srgbClr val="00B0F0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{{</a:t>
              </a:r>
              <a:r>
                <a:rPr lang="vi-VN" sz="1100" u="sng" dirty="0" err="1">
                  <a:solidFill>
                    <a:srgbClr val="00B0F0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DataJson.Url</a:t>
              </a:r>
              <a:r>
                <a:rPr lang="vi-VN" sz="1100" u="sng" dirty="0">
                  <a:solidFill>
                    <a:srgbClr val="00B0F0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}}</a:t>
              </a:r>
              <a:r>
                <a:rPr lang="vi-VN" sz="1100" dirty="0">
                  <a:ea typeface="Calibri" panose="020F0502020204030204" pitchFamily="34" charset="0"/>
                  <a:cs typeface="Calibri" panose="020F0502020204030204" pitchFamily="34" charset="0"/>
                </a:rPr>
                <a:t> {{/</a:t>
              </a:r>
              <a:r>
                <a:rPr lang="vi-VN" sz="1100" dirty="0" err="1">
                  <a:ea typeface="Calibri" panose="020F0502020204030204" pitchFamily="34" charset="0"/>
                  <a:cs typeface="Calibri" panose="020F0502020204030204" pitchFamily="34" charset="0"/>
                </a:rPr>
                <a:t>DataJson.ShouldDownload</a:t>
              </a:r>
              <a:r>
                <a:rPr lang="vi-VN" sz="1100" dirty="0">
                  <a:ea typeface="Calibri" panose="020F0502020204030204" pitchFamily="34" charset="0"/>
                  <a:cs typeface="Calibri" panose="020F0502020204030204" pitchFamily="34" charset="0"/>
                </a:rPr>
                <a:t>}}</a:t>
              </a:r>
              <a:r>
                <a:rPr lang="vi-VN" sz="1100" i="1" dirty="0">
                  <a:solidFill>
                    <a:srgbClr val="FF0000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{{^</a:t>
              </a:r>
              <a:r>
                <a:rPr lang="vi-VN" sz="1100" i="1" dirty="0" err="1">
                  <a:solidFill>
                    <a:srgbClr val="FF0000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DataJson.ShouldDownload</a:t>
              </a:r>
              <a:r>
                <a:rPr lang="vi-VN" sz="1100" i="1" dirty="0">
                  <a:solidFill>
                    <a:srgbClr val="FF0000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}}N/A{{/</a:t>
              </a:r>
              <a:r>
                <a:rPr lang="vi-VN" sz="1100" i="1" dirty="0" err="1">
                  <a:solidFill>
                    <a:srgbClr val="FF0000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DataJson.ShouldDownload</a:t>
              </a:r>
              <a:r>
                <a:rPr lang="vi-VN" sz="1100" i="1" dirty="0">
                  <a:solidFill>
                    <a:srgbClr val="FF0000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}}</a:t>
              </a:r>
            </a:p>
            <a:p>
              <a:r>
                <a:rPr lang="vi-VN" sz="1200" dirty="0" err="1">
                  <a:ea typeface="Calibri" panose="020F0502020204030204" pitchFamily="34" charset="0"/>
                  <a:cs typeface="Calibri" panose="020F0502020204030204" pitchFamily="34" charset="0"/>
                </a:rPr>
                <a:t>Tags</a:t>
              </a:r>
              <a:r>
                <a:rPr lang="vi-VN" sz="1200" dirty="0">
                  <a:ea typeface="Calibri" panose="020F0502020204030204" pitchFamily="34" charset="0"/>
                  <a:cs typeface="Calibri" panose="020F0502020204030204" pitchFamily="34" charset="0"/>
                </a:rPr>
                <a:t>: {{#DataList}}[</a:t>
              </a:r>
              <a:r>
                <a:rPr lang="vi-VN" sz="1200" b="1" dirty="0">
                  <a:solidFill>
                    <a:schemeClr val="accent5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{{.}}</a:t>
              </a:r>
              <a:r>
                <a:rPr lang="vi-VN" sz="1200" dirty="0">
                  <a:ea typeface="Calibri" panose="020F0502020204030204" pitchFamily="34" charset="0"/>
                  <a:cs typeface="Calibri" panose="020F0502020204030204" pitchFamily="34" charset="0"/>
                </a:rPr>
                <a:t>]{{/DataList}}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6959509"/>
      </p:ext>
    </p:extLst>
  </p:cSld>
  <p:clrMapOvr>
    <a:masterClrMapping/>
  </p:clrMapOvr>
  <p:transition advTm="2000">
    <p:push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4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0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25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1AF65-D254-59FF-4814-A116A9023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7C30072-F412-3769-876E-C84B385B86E2}"/>
              </a:ext>
            </a:extLst>
          </p:cNvPr>
          <p:cNvSpPr txBox="1"/>
          <p:nvPr/>
        </p:nvSpPr>
        <p:spPr>
          <a:xfrm>
            <a:off x="3943349" y="165924"/>
            <a:ext cx="4762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SlideGenerator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Test | Template 2</a:t>
            </a:r>
            <a:endParaRPr lang="vi-VN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2DFA52B-437F-627E-6446-F45D463C4D13}"/>
              </a:ext>
            </a:extLst>
          </p:cNvPr>
          <p:cNvGrpSpPr/>
          <p:nvPr/>
        </p:nvGrpSpPr>
        <p:grpSpPr>
          <a:xfrm>
            <a:off x="762203" y="4657864"/>
            <a:ext cx="10501108" cy="1664880"/>
            <a:chOff x="419100" y="896711"/>
            <a:chExt cx="8005997" cy="166488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3C969FC-085A-467B-2634-3FC855A10E93}"/>
                </a:ext>
              </a:extLst>
            </p:cNvPr>
            <p:cNvSpPr/>
            <p:nvPr/>
          </p:nvSpPr>
          <p:spPr>
            <a:xfrm>
              <a:off x="419100" y="896711"/>
              <a:ext cx="6136080" cy="1664880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442DBC5-8E5E-EC6D-A6EF-3BEAD1B79E4E}"/>
                </a:ext>
              </a:extLst>
            </p:cNvPr>
            <p:cNvSpPr txBox="1"/>
            <p:nvPr/>
          </p:nvSpPr>
          <p:spPr>
            <a:xfrm>
              <a:off x="6936426" y="1544485"/>
              <a:ext cx="14886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Filled Shape</a:t>
              </a:r>
              <a:endParaRPr lang="vi-VN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5C84712-D2B2-1A4E-971B-3C54F1DCD277}"/>
              </a:ext>
            </a:extLst>
          </p:cNvPr>
          <p:cNvGrpSpPr/>
          <p:nvPr/>
        </p:nvGrpSpPr>
        <p:grpSpPr>
          <a:xfrm>
            <a:off x="762203" y="2596560"/>
            <a:ext cx="9796260" cy="1664880"/>
            <a:chOff x="8130954" y="895350"/>
            <a:chExt cx="7444857" cy="4754335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4563B30-544D-10D8-9913-7CBB866C23A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130954" y="895350"/>
              <a:ext cx="6116885" cy="4754335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F3649F6-1D37-0978-0CEF-9B57A5798033}"/>
                </a:ext>
              </a:extLst>
            </p:cNvPr>
            <p:cNvSpPr txBox="1"/>
            <p:nvPr/>
          </p:nvSpPr>
          <p:spPr>
            <a:xfrm>
              <a:off x="14627541" y="2745174"/>
              <a:ext cx="948270" cy="10546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Picture</a:t>
              </a:r>
              <a:endParaRPr lang="vi-VN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DC3E3DD6-A5D8-21D3-5877-A706729F0DFF}"/>
              </a:ext>
            </a:extLst>
          </p:cNvPr>
          <p:cNvGrpSpPr/>
          <p:nvPr/>
        </p:nvGrpSpPr>
        <p:grpSpPr>
          <a:xfrm>
            <a:off x="8382000" y="896711"/>
            <a:ext cx="3810000" cy="1538883"/>
            <a:chOff x="8382000" y="896711"/>
            <a:chExt cx="3810000" cy="1538883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01CF897-1297-BBF0-3A35-59B74AD3BB0D}"/>
                </a:ext>
              </a:extLst>
            </p:cNvPr>
            <p:cNvSpPr txBox="1"/>
            <p:nvPr/>
          </p:nvSpPr>
          <p:spPr>
            <a:xfrm>
              <a:off x="8810625" y="896711"/>
              <a:ext cx="29622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Test Info</a:t>
              </a:r>
              <a:endParaRPr lang="vi-VN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49FB96A-40F0-8584-3B1B-41F761AF8B3B}"/>
                </a:ext>
              </a:extLst>
            </p:cNvPr>
            <p:cNvSpPr txBox="1"/>
            <p:nvPr/>
          </p:nvSpPr>
          <p:spPr>
            <a:xfrm>
              <a:off x="8382000" y="1266043"/>
              <a:ext cx="3810000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Tx/>
                <a:buChar char="-"/>
              </a:pPr>
              <a:r>
                <a:rPr lang="en-US" sz="1400" dirty="0"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Provider: {{{Provider}}}</a:t>
              </a:r>
            </a:p>
            <a:p>
              <a:pPr marL="285750" indent="-285750">
                <a:buFontTx/>
                <a:buChar char="-"/>
              </a:pPr>
              <a:r>
                <a:rPr lang="en-US" sz="1400" dirty="0"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Type: {{{Type}}}</a:t>
              </a:r>
            </a:p>
            <a:p>
              <a:pPr marL="285750" indent="-285750">
                <a:buFontTx/>
                <a:buChar char="-"/>
              </a:pPr>
              <a:r>
                <a:rPr lang="en-US" sz="1400" dirty="0" err="1"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ShouldDownload</a:t>
              </a:r>
              <a:r>
                <a:rPr lang="en-US" sz="1400" dirty="0"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: {{{</a:t>
              </a:r>
              <a:r>
                <a:rPr lang="en-US" sz="1400" dirty="0" err="1"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ShouldDownload</a:t>
              </a:r>
              <a:r>
                <a:rPr lang="en-US" sz="1400" dirty="0"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}}}</a:t>
              </a:r>
            </a:p>
            <a:p>
              <a:pPr marL="285750" indent="-285750">
                <a:buFontTx/>
                <a:buChar char="-"/>
              </a:pPr>
              <a:r>
                <a:rPr lang="en-US" sz="1400" dirty="0"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URL: {{{</a:t>
              </a:r>
              <a:r>
                <a:rPr lang="en-US" sz="1400" dirty="0" err="1"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Url</a:t>
              </a:r>
              <a:r>
                <a:rPr lang="en-US" sz="1400" dirty="0"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}}}</a:t>
              </a:r>
              <a:endParaRPr lang="vi-VN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E7365B0-F757-D476-EDCD-4485BD089421}"/>
              </a:ext>
            </a:extLst>
          </p:cNvPr>
          <p:cNvCxnSpPr/>
          <p:nvPr/>
        </p:nvCxnSpPr>
        <p:spPr>
          <a:xfrm>
            <a:off x="8323242" y="896711"/>
            <a:ext cx="0" cy="15335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59BF8B88-86F0-4E59-69EC-B74464264D3F}"/>
              </a:ext>
            </a:extLst>
          </p:cNvPr>
          <p:cNvGrpSpPr/>
          <p:nvPr/>
        </p:nvGrpSpPr>
        <p:grpSpPr>
          <a:xfrm>
            <a:off x="762203" y="948814"/>
            <a:ext cx="7561039" cy="1138773"/>
            <a:chOff x="762203" y="948814"/>
            <a:chExt cx="7561039" cy="1138773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0F2C8CC-10C4-3F73-431F-7322955B2C2C}"/>
                </a:ext>
              </a:extLst>
            </p:cNvPr>
            <p:cNvSpPr txBox="1"/>
            <p:nvPr/>
          </p:nvSpPr>
          <p:spPr>
            <a:xfrm>
              <a:off x="6627792" y="1518201"/>
              <a:ext cx="16954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Text</a:t>
              </a:r>
              <a:endParaRPr lang="vi-VN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755039E-7A13-EDA0-1284-D72F626B84BE}"/>
                </a:ext>
              </a:extLst>
            </p:cNvPr>
            <p:cNvSpPr txBox="1"/>
            <p:nvPr/>
          </p:nvSpPr>
          <p:spPr>
            <a:xfrm>
              <a:off x="762203" y="948814"/>
              <a:ext cx="6410122" cy="1138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Source: </a:t>
              </a:r>
              <a:r>
                <a:rPr lang="en-US" sz="1400" b="1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{{Provider}} </a:t>
              </a: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–</a:t>
              </a:r>
              <a:r>
                <a:rPr lang="en-US" sz="1400" dirty="0"/>
                <a:t> </a:t>
              </a:r>
              <a:r>
                <a:rPr lang="en-US" sz="1600" i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{{Type}}</a:t>
              </a:r>
            </a:p>
            <a:p>
              <a:r>
                <a:rPr lang="vi-VN" sz="1100" dirty="0">
                  <a:cs typeface="Times New Roman" panose="02020603050405020304" pitchFamily="18" charset="0"/>
                </a:rPr>
                <a:t>{{</a:t>
              </a:r>
              <a:r>
                <a:rPr lang="vi-VN" sz="1100" dirty="0" err="1">
                  <a:cs typeface="Times New Roman" panose="02020603050405020304" pitchFamily="18" charset="0"/>
                </a:rPr>
                <a:t>Pro</a:t>
              </a:r>
              <a:r>
                <a:rPr lang="vi-VN" b="1" dirty="0" err="1">
                  <a:solidFill>
                    <a:schemeClr val="accent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vider</a:t>
              </a:r>
              <a:r>
                <a:rPr lang="vi-VN" b="1" dirty="0">
                  <a:solidFill>
                    <a:schemeClr val="accent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}}</a:t>
              </a:r>
            </a:p>
            <a:p>
              <a:r>
                <a:rPr lang="vi-VN" sz="1100" dirty="0">
                  <a:ea typeface="Calibri" panose="020F0502020204030204" pitchFamily="34" charset="0"/>
                  <a:cs typeface="Calibri" panose="020F0502020204030204" pitchFamily="34" charset="0"/>
                </a:rPr>
                <a:t>{{#DataJson.ShouldDownload}}URL: </a:t>
              </a:r>
              <a:r>
                <a:rPr lang="vi-VN" sz="1100" u="sng" dirty="0">
                  <a:solidFill>
                    <a:srgbClr val="00B0F0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{{</a:t>
              </a:r>
              <a:r>
                <a:rPr lang="vi-VN" sz="1100" u="sng" dirty="0" err="1">
                  <a:solidFill>
                    <a:srgbClr val="00B0F0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DataJson.Url</a:t>
              </a:r>
              <a:r>
                <a:rPr lang="vi-VN" sz="1100" u="sng" dirty="0">
                  <a:solidFill>
                    <a:srgbClr val="00B0F0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}}</a:t>
              </a:r>
              <a:r>
                <a:rPr lang="vi-VN" sz="1100" dirty="0">
                  <a:ea typeface="Calibri" panose="020F0502020204030204" pitchFamily="34" charset="0"/>
                  <a:cs typeface="Calibri" panose="020F0502020204030204" pitchFamily="34" charset="0"/>
                </a:rPr>
                <a:t> {{/</a:t>
              </a:r>
              <a:r>
                <a:rPr lang="vi-VN" sz="1100" dirty="0" err="1">
                  <a:ea typeface="Calibri" panose="020F0502020204030204" pitchFamily="34" charset="0"/>
                  <a:cs typeface="Calibri" panose="020F0502020204030204" pitchFamily="34" charset="0"/>
                </a:rPr>
                <a:t>DataJson.ShouldDownload</a:t>
              </a:r>
              <a:r>
                <a:rPr lang="vi-VN" sz="1100" dirty="0">
                  <a:ea typeface="Calibri" panose="020F0502020204030204" pitchFamily="34" charset="0"/>
                  <a:cs typeface="Calibri" panose="020F0502020204030204" pitchFamily="34" charset="0"/>
                </a:rPr>
                <a:t>}}</a:t>
              </a:r>
              <a:r>
                <a:rPr lang="vi-VN" sz="1100" i="1" dirty="0">
                  <a:solidFill>
                    <a:srgbClr val="FF0000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{{^</a:t>
              </a:r>
              <a:r>
                <a:rPr lang="vi-VN" sz="1100" i="1" dirty="0" err="1">
                  <a:solidFill>
                    <a:srgbClr val="FF0000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DataJson.ShouldDownload</a:t>
              </a:r>
              <a:r>
                <a:rPr lang="vi-VN" sz="1100" i="1" dirty="0">
                  <a:solidFill>
                    <a:srgbClr val="FF0000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}}N/A{{/</a:t>
              </a:r>
              <a:r>
                <a:rPr lang="vi-VN" sz="1100" i="1" dirty="0" err="1">
                  <a:solidFill>
                    <a:srgbClr val="FF0000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DataJson.ShouldDownload</a:t>
              </a:r>
              <a:r>
                <a:rPr lang="vi-VN" sz="1100" i="1" dirty="0">
                  <a:solidFill>
                    <a:srgbClr val="FF0000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}}</a:t>
              </a:r>
            </a:p>
            <a:p>
              <a:r>
                <a:rPr lang="vi-VN" sz="1200" dirty="0" err="1">
                  <a:ea typeface="Calibri" panose="020F0502020204030204" pitchFamily="34" charset="0"/>
                  <a:cs typeface="Calibri" panose="020F0502020204030204" pitchFamily="34" charset="0"/>
                </a:rPr>
                <a:t>Tags</a:t>
              </a:r>
              <a:r>
                <a:rPr lang="vi-VN" sz="1200" dirty="0">
                  <a:ea typeface="Calibri" panose="020F0502020204030204" pitchFamily="34" charset="0"/>
                  <a:cs typeface="Calibri" panose="020F0502020204030204" pitchFamily="34" charset="0"/>
                </a:rPr>
                <a:t>: {{#DataList}}[</a:t>
              </a:r>
              <a:r>
                <a:rPr lang="vi-VN" sz="1200" b="1" dirty="0">
                  <a:solidFill>
                    <a:schemeClr val="accent5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{{.}}</a:t>
              </a:r>
              <a:r>
                <a:rPr lang="vi-VN" sz="1200" dirty="0">
                  <a:ea typeface="Calibri" panose="020F0502020204030204" pitchFamily="34" charset="0"/>
                  <a:cs typeface="Calibri" panose="020F0502020204030204" pitchFamily="34" charset="0"/>
                </a:rPr>
                <a:t>]{{/DataList}}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96759521"/>
      </p:ext>
    </p:extLst>
  </p:cSld>
  <p:clrMapOvr>
    <a:masterClrMapping/>
  </p:clrMapOvr>
  <p:transition advTm="2000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2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4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5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6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8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9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0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1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2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5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6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160</Words>
  <Application>Microsoft Office PowerPoint</Application>
  <PresentationFormat>Widescreen</PresentationFormat>
  <Paragraphs>28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JetBrains Mono</vt:lpstr>
      <vt:lpstr>Times New Roman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Mai Hải Thành</dc:creator>
  <cp:lastModifiedBy>Mai Hải Thành</cp:lastModifiedBy>
  <cp:revision>26</cp:revision>
  <dcterms:created xsi:type="dcterms:W3CDTF">2026-06-28T09:47:29Z</dcterms:created>
  <dcterms:modified xsi:type="dcterms:W3CDTF">2026-06-28T14:45:34Z</dcterms:modified>
</cp:coreProperties>
</file>